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35770-63C0-028C-4AFF-531BE7857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9DB82D-2CDB-6BA6-FE1C-26A831272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58EEEB-8D30-756D-4E5C-7517E256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825236-96F7-1870-0617-0B63CCE9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3DB04F-8039-F99E-0440-04D351C7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860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1CDE8-48B4-789E-6B98-2459FA91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D3C35A-52D2-D64B-76F5-ACFCDAB58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CA6649-76BA-9529-EAF7-F0F20455C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078997-6F98-9C52-4983-B772DF54F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0A6432-6A46-684B-C02F-92CEC716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530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6775-9BD7-96AB-37EC-7508A7061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9D4038-EAB4-7F48-1A2B-327B59C73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4D00A6-1078-23F1-9B82-9793A18A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4D70B9-098B-7632-F1D5-9C0E1380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A76DA9-97BD-1C32-550F-E71317D6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945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3353A-F15A-E324-20A9-CBCAB87D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76DAAE-A3F5-20BC-E5B2-76C98E3BC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F98CDA-ED05-07EE-2780-658A20B26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7BF0CA-0847-3E5E-77A3-8EC814BBE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B53669-CCE0-038C-F3F1-493EE0C5E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45C71F-F626-8CB7-F6C8-C12F7A7F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72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0217D-95C8-A78B-4ED5-22CB77841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FE482E-A32C-CEE6-B69D-6E589C579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5F639B-454E-74A3-A385-629008BA4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17715F-CAF1-B11F-73E0-BA8631E95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397705C-DD91-C348-9B71-4AB615A25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EB316DF-AA3F-6952-61C6-B16BB608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89DB2CF-FB52-09CE-C2E7-BEA1ED08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C48C88-81D8-31BE-CE7E-59CFB849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797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8D88-C9B0-5B7D-4B94-FB389D167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D57B8A-272C-7170-AD88-A2BAB0136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454FB-65E5-FAA8-6557-7EE751BC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B11CB7-F807-E36A-453A-ACCA709D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345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BFE6601-5985-C5F7-EAC6-22CA6FCFD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24DA77-8089-BAE2-B3EE-57059F92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E00FEA-69F0-25DA-51DB-92F2A322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253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74422-6D78-1588-3BB9-91746FB8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E753C8-9C34-1371-2DF9-8DDC0BB3C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D657E0-6AC0-868B-A2DD-A290EEA9C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52510A-46F0-7838-ADC9-B6746D1B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C7B445-FD7E-D233-62C2-D294ACCE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1D2F74-CC04-5E32-CFCE-C21B0B19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472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C6821-4677-FEBC-5A6F-5BBF71C17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ACA8C2-9135-17AE-23DE-2C78A810C7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9E423E-E46E-5B91-8A35-0BFE3C54C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1F0576-3985-130C-0669-DE1422CA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A5E00D-C911-1327-28F4-DA40D0F6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B25C0A-7AD8-1B28-7FE3-FF93A650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128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61369-0FD3-EC17-B5EA-1A54F98B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17922A-ABDC-FB6F-A26E-177140EE7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D98DA7-D68D-FDB1-1976-A5793C708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7F73FC-099C-7203-0D6B-ED2BBA6A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E32F7B-F4FC-41B3-FC1D-7E433B8E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4841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D5F5F4-9C1B-B4D3-A018-4F2161FCD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C2B042-07C4-D39D-2457-2214C1BC4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D58333-F251-87CE-D0D9-1ADE3C0B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CFE1A4-8BBE-F246-69F7-168787CC4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B62EAD-FC7C-8251-F8A8-EF95A09D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2027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B61912F-422E-A430-E7A0-B99B11EDE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ECE51-21E2-795B-DB8B-40163BAE7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F789B5-13E2-BC01-BCC6-3271BE1FC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A1C40-7EE6-49C9-A645-1D5079313ACB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45AFC8-79B8-9D3D-03B1-61684AAC3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E20B7A-11C1-E9D2-DFD0-478DAD123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8A98B-EB94-43AB-819E-CE6D5BB071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4552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95558-ADAB-C175-5664-026FC1821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DB22D6-FF48-64DE-93F3-CC8687B013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4762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0DD5A-71A2-5F6C-F76E-7E4AF1A2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1A59465-F10F-0579-E5CF-189D082B9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1402" y="1928474"/>
            <a:ext cx="2949196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2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F4D31-E926-0D82-6F62-A6F01486D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90488CF-9453-CD1C-D64C-F43C8309E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3849" y="2747695"/>
            <a:ext cx="2324301" cy="25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05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EEF32-FBE6-8CF1-98B3-BFD8D527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Comportamiento </a:t>
            </a:r>
            <a:r>
              <a:rPr lang="es-ES" dirty="0" err="1"/>
              <a:t>univariado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042563-5CC0-28DC-8EB7-54428D74A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Histogramas 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18545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</Words>
  <Application>Microsoft Office PowerPoint</Application>
  <PresentationFormat>Panorámica</PresentationFormat>
  <Paragraphs>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Comportamiento univariado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JULIO CANAS CAMPILLO</dc:creator>
  <cp:lastModifiedBy>MARCO JULIO CANAS CAMPILLO</cp:lastModifiedBy>
  <cp:revision>1</cp:revision>
  <dcterms:created xsi:type="dcterms:W3CDTF">2026-03-30T15:11:23Z</dcterms:created>
  <dcterms:modified xsi:type="dcterms:W3CDTF">2026-03-30T17:07:46Z</dcterms:modified>
</cp:coreProperties>
</file>